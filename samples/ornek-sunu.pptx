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89F06-0B55-4653-8C52-933776D572D8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29AA7-EA77-4284-960B-FE881CE26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263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Hoş geldiniz. Bu not yalnızca 1. ekranda görünmeli.</a:t>
            </a:r>
          </a:p>
          <a:p>
            <a:r>
              <a:rPr lang="tr-TR"/>
              <a:t>Köşelerdeki renkli kareler çizim katmanının hizasını kontrol etmek içindir.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29AA7-EA77-4284-960B-FE881CE26DE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3614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n-NO"/>
              <a:t>Üç tıklama var: her biri bir madde açar.</a:t>
            </a:r>
          </a:p>
          <a:p>
            <a:r>
              <a:rPr lang="nn-NO"/>
              <a:t>İleri tuşu önce maddeleri, sonra sonraki slaytı getirmeli.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29AA7-EA77-4284-960B-FE881CE26DE5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8436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Gizli slayt notu.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29AA7-EA77-4284-960B-FE881CE26DE5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0108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Daire tıklamayla uçarak gelir. Çizimler bu adımda da korunmalı.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29AA7-EA77-4284-960B-FE881CE26DE5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9267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Son slayt. İleri tuşu burada gösteriyi bitirmemeli.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29AA7-EA77-4284-960B-FE881CE26DE5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7694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D3D474-5A89-673F-B4FB-8EA34559F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0F01912-D090-9EEE-0BE9-20D17E890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D4FE96-4CE1-39A1-7D86-6C9BE967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875956-2B60-F4C4-3DFD-BA3CCDFB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11BCC78-36C8-CD10-230F-5CCC3B84C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05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DB0B1A-1AE4-63D7-8276-A4D8BD48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5B5F3B-1EAC-1933-A916-776DFAAFB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E726788-3D02-3EC7-B718-98BAA319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58168B-07FE-1863-F4A8-A5FD6551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6679D7-2AFE-E2CE-0A0F-57E5DE43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040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1FE467-8ED0-942C-9BE2-D8BD2A2C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668585A-5E32-1837-5D79-C1B9DAAED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7F1777-AD98-C47E-39A3-AE8D6B95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B7FBBB2-C8B8-370D-2ECB-EA8829BE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D58BB3B-E95E-0DFC-3096-02191313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321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902E29-D914-D69F-538A-CBC4FE09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59E7719-15E1-3E72-ED6D-BF66FB83F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42BEA56-26A4-F718-B406-90B9B2F05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8150E19-04C1-BF39-391F-A49584A2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7BC19A2-27A2-BC1F-4B01-E2BC25BA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7DFC1B2-860A-2405-8D4A-B8AC2502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321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878E98-12AD-A9B2-F938-2364F033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E407F36-9287-9F47-D04B-8E2C4ED85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7F48ED6-6539-8560-EEE8-137D74F16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696E986-B84A-D569-086F-7AD0369E8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4D4E15B-AF6D-CE0D-9732-97B3BB9A7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F375FCB-AD54-6080-8875-57C5DDBE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4F12CB7-C6D5-BDB0-8773-B255F1A6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13972AD-6A07-549C-F2A5-2636FB6B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29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1ECF4B-7B7E-7AE6-955B-1947EAEC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8F87BF5-DCE7-4F3C-68F3-6E00DBA8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6CD0143-4EC2-D517-B2B2-1A9E320F0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F268F45-A7BE-BE23-7187-F810EEF4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894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CF27123-4A98-0432-DF83-7CF28BC2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5759FF9-E98E-23DC-CC36-5EB98B50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1A9B43D-46E5-60FD-D025-83798DD6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024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EE0003-D58F-739A-081F-45CDB74F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D5E846-25E1-6594-849B-898DDADC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B68C150-8CEF-2DBB-8134-AF05865A2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4F0E129-B71F-9CE0-5B2F-1639D903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03EA538-7430-70B7-4C40-1577E288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73C0032-6708-2015-2634-5B0D39034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444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CA91E3-07EF-99A6-37E4-B770668F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3ED8987-689B-8BFD-CC92-2FB873A922F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3A97DF4-99A5-523A-71CD-C641054DC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0AE6673-DD7D-DFAE-788C-59785AC0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F4D659F-8483-8C39-6879-7AE868D9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37973C8-4FDD-688F-E8E6-0F8601F7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177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62581B-8F24-54CA-278E-591E5AF6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15D3264-B519-F0F0-AA35-E80EBFFC4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82B2028-C6CF-ED2D-7045-A6DEBF32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BD5F196-5CD4-E7EF-CCBF-2632BA09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9FE0FDB-F864-8AD0-5C58-ED1503E8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020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4C6E78B-E438-36C0-8330-46CAAC427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276487A-A71D-1C5C-84B7-49F7B14C0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CA761DB-D0B7-F6A5-7094-7B69ECB6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8B3E4DE-5845-D902-7DAC-56B2AED0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3443B0E-09CA-83DF-8EAF-84091470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70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BC92E57-B540-C6D3-DB0A-7405778FD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77F71C2-8921-230B-C895-D8A1A6ADD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247EB44-A8D2-48B2-AAA6-7141CED72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34CAE-9F50-4335-8945-98A46B0F8551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46F6B4-A2A1-7CE7-846B-EB69E9746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1DF9D1B-F422-DD5D-36C1-6E30AF761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556A2-8E37-486A-8CB9-ABAEA1A73EF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860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4937B4-99A7-7796-A0C6-CA4A88AFA9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Sunu Pro — Örnek Ders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8813C92-761D-0D9E-048F-C9E7297F5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/>
              <a:t>Çift ekran, işaretçi ve animasyon testi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6178DFE-F1A3-B826-7C7C-44A9CFE547F0}"/>
              </a:ext>
            </a:extLst>
          </p:cNvPr>
          <p:cNvSpPr/>
          <p:nvPr/>
        </p:nvSpPr>
        <p:spPr>
          <a:xfrm>
            <a:off x="0" y="0"/>
            <a:ext cx="304800" cy="304800"/>
          </a:xfrm>
          <a:prstGeom prst="rect">
            <a:avLst/>
          </a:prstGeom>
          <a:solidFill>
            <a:srgbClr val="DC14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9516855-9BB0-496F-D29F-47E25240704C}"/>
              </a:ext>
            </a:extLst>
          </p:cNvPr>
          <p:cNvSpPr/>
          <p:nvPr/>
        </p:nvSpPr>
        <p:spPr>
          <a:xfrm>
            <a:off x="11887200" y="0"/>
            <a:ext cx="304800" cy="304800"/>
          </a:xfrm>
          <a:prstGeom prst="rect">
            <a:avLst/>
          </a:prstGeom>
          <a:solidFill>
            <a:srgbClr val="327D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A69456BC-0E84-FE42-BE66-179EC2A98C8C}"/>
              </a:ext>
            </a:extLst>
          </p:cNvPr>
          <p:cNvSpPr/>
          <p:nvPr/>
        </p:nvSpPr>
        <p:spPr>
          <a:xfrm>
            <a:off x="0" y="6553200"/>
            <a:ext cx="304800" cy="304800"/>
          </a:xfrm>
          <a:prstGeom prst="rect">
            <a:avLst/>
          </a:prstGeom>
          <a:solidFill>
            <a:srgbClr val="2B39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23CD746-8070-CD03-CF37-AB5D52429324}"/>
              </a:ext>
            </a:extLst>
          </p:cNvPr>
          <p:cNvSpPr/>
          <p:nvPr/>
        </p:nvSpPr>
        <p:spPr>
          <a:xfrm>
            <a:off x="11887200" y="6553200"/>
            <a:ext cx="304800" cy="304800"/>
          </a:xfrm>
          <a:prstGeom prst="rect">
            <a:avLst/>
          </a:prstGeom>
          <a:solidFill>
            <a:srgbClr val="A79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0A420-CDF9-5639-B499-CB5B328769E3}"/>
              </a:ext>
            </a:extLst>
          </p:cNvPr>
          <p:cNvSpPr/>
          <p:nvPr/>
        </p:nvSpPr>
        <p:spPr>
          <a:xfrm>
            <a:off x="6019800" y="3352800"/>
            <a:ext cx="152400" cy="1524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992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431F5E-4F30-8C91-4C05-A8A36EDE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Animasyonlu Maddeler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EA71C4-A998-9740-0AB6-D760209D0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/>
              <a:t>Birinci madde</a:t>
            </a:r>
          </a:p>
          <a:p>
            <a:r>
              <a:rPr lang="tr-TR"/>
              <a:t>İkinci madde</a:t>
            </a:r>
          </a:p>
          <a:p>
            <a:r>
              <a:rPr lang="tr-TR"/>
              <a:t>Üçüncü madde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68A2781-03B5-9B61-F0C1-31D57127A45C}"/>
              </a:ext>
            </a:extLst>
          </p:cNvPr>
          <p:cNvSpPr/>
          <p:nvPr/>
        </p:nvSpPr>
        <p:spPr>
          <a:xfrm>
            <a:off x="0" y="0"/>
            <a:ext cx="304800" cy="304800"/>
          </a:xfrm>
          <a:prstGeom prst="rect">
            <a:avLst/>
          </a:prstGeom>
          <a:solidFill>
            <a:srgbClr val="DC14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034F5B3-7AF8-C18C-84AB-CE42372DCEAC}"/>
              </a:ext>
            </a:extLst>
          </p:cNvPr>
          <p:cNvSpPr/>
          <p:nvPr/>
        </p:nvSpPr>
        <p:spPr>
          <a:xfrm>
            <a:off x="11887200" y="0"/>
            <a:ext cx="304800" cy="304800"/>
          </a:xfrm>
          <a:prstGeom prst="rect">
            <a:avLst/>
          </a:prstGeom>
          <a:solidFill>
            <a:srgbClr val="327D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4B758DA-32C7-B4E9-5ACB-A371FCBDFEB0}"/>
              </a:ext>
            </a:extLst>
          </p:cNvPr>
          <p:cNvSpPr/>
          <p:nvPr/>
        </p:nvSpPr>
        <p:spPr>
          <a:xfrm>
            <a:off x="0" y="6553200"/>
            <a:ext cx="304800" cy="304800"/>
          </a:xfrm>
          <a:prstGeom prst="rect">
            <a:avLst/>
          </a:prstGeom>
          <a:solidFill>
            <a:srgbClr val="2B39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EEF34E6-900E-7C83-C90B-135BD3BD1161}"/>
              </a:ext>
            </a:extLst>
          </p:cNvPr>
          <p:cNvSpPr/>
          <p:nvPr/>
        </p:nvSpPr>
        <p:spPr>
          <a:xfrm>
            <a:off x="11887200" y="6553200"/>
            <a:ext cx="304800" cy="304800"/>
          </a:xfrm>
          <a:prstGeom prst="rect">
            <a:avLst/>
          </a:prstGeom>
          <a:solidFill>
            <a:srgbClr val="A79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12A7BA-1DEF-3C1F-ED70-048DE0436DF0}"/>
              </a:ext>
            </a:extLst>
          </p:cNvPr>
          <p:cNvSpPr/>
          <p:nvPr/>
        </p:nvSpPr>
        <p:spPr>
          <a:xfrm>
            <a:off x="6019800" y="3352800"/>
            <a:ext cx="152400" cy="1524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3705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FC84B0-2620-9480-2993-A7CFF612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Gizli Slayt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AAF0D0-E2C6-7BC8-131D-8A9C16C1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/>
              <a:t>Bu slayt gösteride atlanmalı.</a:t>
            </a:r>
          </a:p>
        </p:txBody>
      </p:sp>
    </p:spTree>
    <p:extLst>
      <p:ext uri="{BB962C8B-B14F-4D97-AF65-F5344CB8AC3E}">
        <p14:creationId xmlns:p14="http://schemas.microsoft.com/office/powerpoint/2010/main" val="352299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F9544A-8037-F045-9D45-5BA86A69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Şekil Animasyonu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8A1D4A-172F-A144-06C2-DC25BDDD1635}"/>
              </a:ext>
            </a:extLst>
          </p:cNvPr>
          <p:cNvSpPr/>
          <p:nvPr/>
        </p:nvSpPr>
        <p:spPr>
          <a:xfrm>
            <a:off x="5080000" y="2921000"/>
            <a:ext cx="2032000" cy="2032000"/>
          </a:xfrm>
          <a:prstGeom prst="ellipse">
            <a:avLst/>
          </a:prstGeom>
          <a:solidFill>
            <a:srgbClr val="227E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47EC1934-7EA3-5D0B-A9AD-653C93A113A9}"/>
              </a:ext>
            </a:extLst>
          </p:cNvPr>
          <p:cNvSpPr/>
          <p:nvPr/>
        </p:nvSpPr>
        <p:spPr>
          <a:xfrm>
            <a:off x="0" y="0"/>
            <a:ext cx="304800" cy="304800"/>
          </a:xfrm>
          <a:prstGeom prst="rect">
            <a:avLst/>
          </a:prstGeom>
          <a:solidFill>
            <a:srgbClr val="DC14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5B2EBC6-6307-BE92-4502-B61CE8CC3542}"/>
              </a:ext>
            </a:extLst>
          </p:cNvPr>
          <p:cNvSpPr/>
          <p:nvPr/>
        </p:nvSpPr>
        <p:spPr>
          <a:xfrm>
            <a:off x="11887200" y="0"/>
            <a:ext cx="304800" cy="304800"/>
          </a:xfrm>
          <a:prstGeom prst="rect">
            <a:avLst/>
          </a:prstGeom>
          <a:solidFill>
            <a:srgbClr val="327D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FD6479FA-DD17-DC16-BCD8-72CAFB6CBE91}"/>
              </a:ext>
            </a:extLst>
          </p:cNvPr>
          <p:cNvSpPr/>
          <p:nvPr/>
        </p:nvSpPr>
        <p:spPr>
          <a:xfrm>
            <a:off x="0" y="6553200"/>
            <a:ext cx="304800" cy="304800"/>
          </a:xfrm>
          <a:prstGeom prst="rect">
            <a:avLst/>
          </a:prstGeom>
          <a:solidFill>
            <a:srgbClr val="2B39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A4BB0E4-C42F-3024-9649-E3AD65FECB47}"/>
              </a:ext>
            </a:extLst>
          </p:cNvPr>
          <p:cNvSpPr/>
          <p:nvPr/>
        </p:nvSpPr>
        <p:spPr>
          <a:xfrm>
            <a:off x="11887200" y="6553200"/>
            <a:ext cx="304800" cy="304800"/>
          </a:xfrm>
          <a:prstGeom prst="rect">
            <a:avLst/>
          </a:prstGeom>
          <a:solidFill>
            <a:srgbClr val="A79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585E47-B8CA-D05E-D038-CC0E7082414D}"/>
              </a:ext>
            </a:extLst>
          </p:cNvPr>
          <p:cNvSpPr/>
          <p:nvPr/>
        </p:nvSpPr>
        <p:spPr>
          <a:xfrm>
            <a:off x="6019800" y="3352800"/>
            <a:ext cx="152400" cy="1524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1874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7684DE-2BA3-AF36-5A16-3F2434C72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Teşekkürler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072595E-B79E-5548-3B51-E4B2A472C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/>
              <a:t>Sorular?</a:t>
            </a:r>
          </a:p>
        </p:txBody>
      </p:sp>
    </p:spTree>
    <p:extLst>
      <p:ext uri="{BB962C8B-B14F-4D97-AF65-F5344CB8AC3E}">
        <p14:creationId xmlns:p14="http://schemas.microsoft.com/office/powerpoint/2010/main" val="1629825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Geniş ekran</PresentationFormat>
  <Paragraphs>23</Paragraphs>
  <Slides>5</Slides>
  <Notes>5</Notes>
  <HiddenSlides>1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Teması</vt:lpstr>
      <vt:lpstr>Sunu Pro — Örnek Ders</vt:lpstr>
      <vt:lpstr>Animasyonlu Maddeler</vt:lpstr>
      <vt:lpstr>Gizli Slayt</vt:lpstr>
      <vt:lpstr>Şekil Animasyonu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Reviewer-X</dc:creator>
  <cp:lastModifiedBy>Reviewer-X</cp:lastModifiedBy>
  <cp:revision>1</cp:revision>
  <dcterms:created xsi:type="dcterms:W3CDTF">2026-10-11T12:16:54Z</dcterms:created>
  <dcterms:modified xsi:type="dcterms:W3CDTF">2026-10-11T12:16:54Z</dcterms:modified>
</cp:coreProperties>
</file>